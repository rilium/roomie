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ac5d9070ae4461" /><Relationship Type="http://schemas.openxmlformats.org/officeDocument/2006/relationships/extended-properties" Target="/docProps/app.xml" Id="R5733f3e5bab448a9" /><Relationship Type="http://schemas.openxmlformats.org/officeDocument/2006/relationships/officeDocument" Target="/ppt/presentation.xml" Id="R228669a76983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aae0b7d8974871"/>
  </p:sldMasterIdLst>
  <p:notesMasterIdLst>
    <p:notesMasterId xmlns:r="http://schemas.openxmlformats.org/officeDocument/2006/relationships" r:id="Reb2c490351f84447"/>
  </p:notesMasterIdLst>
  <p:sldIdLst>
    <p:sldId xmlns:r="http://schemas.openxmlformats.org/officeDocument/2006/relationships" id="256" r:id="R164b63de83394d59"/>
    <p:sldId xmlns:r="http://schemas.openxmlformats.org/officeDocument/2006/relationships" id="257" r:id="Raea4ff8e6b164ab2"/>
    <p:sldId xmlns:r="http://schemas.openxmlformats.org/officeDocument/2006/relationships" id="258" r:id="R1f7376bf02c84b24"/>
    <p:sldId xmlns:r="http://schemas.openxmlformats.org/officeDocument/2006/relationships" id="259" r:id="R7c862b59fc6b4b67"/>
    <p:sldId xmlns:r="http://schemas.openxmlformats.org/officeDocument/2006/relationships" id="260" r:id="R665101f1a518400b"/>
    <p:sldId xmlns:r="http://schemas.openxmlformats.org/officeDocument/2006/relationships" id="261" r:id="R1bdfa56efcdc49f6"/>
    <p:sldId xmlns:r="http://schemas.openxmlformats.org/officeDocument/2006/relationships" id="262" r:id="R55e5c2ed22084837"/>
    <p:sldId xmlns:r="http://schemas.openxmlformats.org/officeDocument/2006/relationships" id="263" r:id="R2e7b179491fc44ff"/>
    <p:sldId xmlns:r="http://schemas.openxmlformats.org/officeDocument/2006/relationships" id="264" r:id="Rcd361e92fec44dd1"/>
    <p:sldId xmlns:r="http://schemas.openxmlformats.org/officeDocument/2006/relationships" id="265" r:id="R291bbe4fa0c54d11"/>
    <p:sldId xmlns:r="http://schemas.openxmlformats.org/officeDocument/2006/relationships" id="266" r:id="Re777218bfe884e16"/>
    <p:sldId xmlns:r="http://schemas.openxmlformats.org/officeDocument/2006/relationships" id="267" r:id="R0a22c847f14b45be"/>
    <p:sldId xmlns:r="http://schemas.openxmlformats.org/officeDocument/2006/relationships" id="268" r:id="Rccf7063a5946481e"/>
    <p:sldId xmlns:r="http://schemas.openxmlformats.org/officeDocument/2006/relationships" id="269" r:id="Rdedaac1d0f1f4227"/>
    <p:sldId xmlns:r="http://schemas.openxmlformats.org/officeDocument/2006/relationships" id="270" r:id="Rb7b9861a2f0c4702"/>
    <p:sldId xmlns:r="http://schemas.openxmlformats.org/officeDocument/2006/relationships" id="271" r:id="R6bb9f4f3cc63421f"/>
    <p:sldId xmlns:r="http://schemas.openxmlformats.org/officeDocument/2006/relationships" id="272" r:id="R62be6ad9e2644e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ae0b7d8974871" /><Relationship Type="http://schemas.openxmlformats.org/officeDocument/2006/relationships/theme" Target="/ppt/theme/theme1.xml" Id="R6e007d663c9a4144" /><Relationship Type="http://schemas.openxmlformats.org/officeDocument/2006/relationships/notesMaster" Target="/ppt/notesMasters/notesMaster1.xml" Id="Reb2c490351f84447" /><Relationship Type="http://schemas.openxmlformats.org/officeDocument/2006/relationships/presProps" Target="/ppt/presProps.xml" Id="R90446dd0603e46b7" /><Relationship Type="http://schemas.openxmlformats.org/officeDocument/2006/relationships/viewProps" Target="/ppt/viewProps.xml" Id="Rd5099c77bb4c4f0f" /><Relationship Type="http://schemas.openxmlformats.org/officeDocument/2006/relationships/tableStyles" Target="/ppt/tableStyles.xml" Id="R05e0b6e205f146b7" /><Relationship Type="http://schemas.openxmlformats.org/officeDocument/2006/relationships/slide" Target="/ppt/slides/slide1.xml" Id="R164b63de83394d59" /><Relationship Type="http://schemas.openxmlformats.org/officeDocument/2006/relationships/slide" Target="/ppt/slides/slide2.xml" Id="Raea4ff8e6b164ab2" /><Relationship Type="http://schemas.openxmlformats.org/officeDocument/2006/relationships/slide" Target="/ppt/slides/slide3.xml" Id="R1f7376bf02c84b24" /><Relationship Type="http://schemas.openxmlformats.org/officeDocument/2006/relationships/slide" Target="/ppt/slides/slide4.xml" Id="R7c862b59fc6b4b67" /><Relationship Type="http://schemas.openxmlformats.org/officeDocument/2006/relationships/slide" Target="/ppt/slides/slide5.xml" Id="R665101f1a518400b" /><Relationship Type="http://schemas.openxmlformats.org/officeDocument/2006/relationships/slide" Target="/ppt/slides/slide6.xml" Id="R1bdfa56efcdc49f6" /><Relationship Type="http://schemas.openxmlformats.org/officeDocument/2006/relationships/slide" Target="/ppt/slides/slide7.xml" Id="R55e5c2ed22084837" /><Relationship Type="http://schemas.openxmlformats.org/officeDocument/2006/relationships/slide" Target="/ppt/slides/slide8.xml" Id="R2e7b179491fc44ff" /><Relationship Type="http://schemas.openxmlformats.org/officeDocument/2006/relationships/slide" Target="/ppt/slides/slide9.xml" Id="Rcd361e92fec44dd1" /><Relationship Type="http://schemas.openxmlformats.org/officeDocument/2006/relationships/slide" Target="/ppt/slides/slide10.xml" Id="R291bbe4fa0c54d11" /><Relationship Type="http://schemas.openxmlformats.org/officeDocument/2006/relationships/slide" Target="/ppt/slides/slide11.xml" Id="Re777218bfe884e16" /><Relationship Type="http://schemas.openxmlformats.org/officeDocument/2006/relationships/slide" Target="/ppt/slides/slide12.xml" Id="R0a22c847f14b45be" /><Relationship Type="http://schemas.openxmlformats.org/officeDocument/2006/relationships/slide" Target="/ppt/slides/slide13.xml" Id="Rccf7063a5946481e" /><Relationship Type="http://schemas.openxmlformats.org/officeDocument/2006/relationships/slide" Target="/ppt/slides/slide14.xml" Id="Rdedaac1d0f1f4227" /><Relationship Type="http://schemas.openxmlformats.org/officeDocument/2006/relationships/slide" Target="/ppt/slides/slide15.xml" Id="Rb7b9861a2f0c4702" /><Relationship Type="http://schemas.openxmlformats.org/officeDocument/2006/relationships/slide" Target="/ppt/slides/slide16.xml" Id="R6bb9f4f3cc63421f" /><Relationship Type="http://schemas.openxmlformats.org/officeDocument/2006/relationships/slide" Target="/ppt/slides/slide17.xml" Id="R62be6ad9e264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cf71e11fe4c4d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8f72c9f014f97" /><Relationship Type="http://schemas.openxmlformats.org/officeDocument/2006/relationships/notesMaster" Target="/ppt/notesMasters/notesMaster1.xml" Id="Rdd8910e3717042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ad0af89ce4e7b" /><Relationship Type="http://schemas.openxmlformats.org/officeDocument/2006/relationships/notesMaster" Target="/ppt/notesMasters/notesMaster1.xml" Id="R74bf3e2fa98d45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8d5f2a946e4d03" /><Relationship Type="http://schemas.openxmlformats.org/officeDocument/2006/relationships/notesMaster" Target="/ppt/notesMasters/notesMaster1.xml" Id="Ra67a6928040944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aa80cc72764ca4" /><Relationship Type="http://schemas.openxmlformats.org/officeDocument/2006/relationships/notesMaster" Target="/ppt/notesMasters/notesMaster1.xml" Id="R4f6647a4d2ae4b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f3fe206b164194" /><Relationship Type="http://schemas.openxmlformats.org/officeDocument/2006/relationships/notesMaster" Target="/ppt/notesMasters/notesMaster1.xml" Id="R0113f223f07343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00440c958d48c1" /><Relationship Type="http://schemas.openxmlformats.org/officeDocument/2006/relationships/notesMaster" Target="/ppt/notesMasters/notesMaster1.xml" Id="Rd3b7134b15774c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fee9a084e6439c" /><Relationship Type="http://schemas.openxmlformats.org/officeDocument/2006/relationships/notesMaster" Target="/ppt/notesMasters/notesMaster1.xml" Id="Refb8bbcfd59a48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cfe7d8030c40b4" /><Relationship Type="http://schemas.openxmlformats.org/officeDocument/2006/relationships/notesMaster" Target="/ppt/notesMasters/notesMaster1.xml" Id="Rf89b6d461bb844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8d3f9ae10845e8" /><Relationship Type="http://schemas.openxmlformats.org/officeDocument/2006/relationships/notesMaster" Target="/ppt/notesMasters/notesMaster1.xml" Id="Rfdf9968116d245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0b8078cf78b41b2" /><Relationship Type="http://schemas.openxmlformats.org/officeDocument/2006/relationships/notesMaster" Target="/ppt/notesMasters/notesMaster1.xml" Id="Rdaa114a568cc48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6803f966ed4f66" /><Relationship Type="http://schemas.openxmlformats.org/officeDocument/2006/relationships/notesMaster" Target="/ppt/notesMasters/notesMaster1.xml" Id="Re72bf685668444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d6ba5f79db4350" /><Relationship Type="http://schemas.openxmlformats.org/officeDocument/2006/relationships/notesMaster" Target="/ppt/notesMasters/notesMaster1.xml" Id="R5f78f3b3030644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a8aaf80eb14a52" /><Relationship Type="http://schemas.openxmlformats.org/officeDocument/2006/relationships/notesMaster" Target="/ppt/notesMasters/notesMaster1.xml" Id="Rb47d2c4885ee4c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3099e2d5694d86" /><Relationship Type="http://schemas.openxmlformats.org/officeDocument/2006/relationships/notesMaster" Target="/ppt/notesMasters/notesMaster1.xml" Id="R76ef92eb2f8b4d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cefbb237e74402" /><Relationship Type="http://schemas.openxmlformats.org/officeDocument/2006/relationships/notesMaster" Target="/ppt/notesMasters/notesMaster1.xml" Id="R3eebfb85a0d04c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299a9d6fe3431e" /><Relationship Type="http://schemas.openxmlformats.org/officeDocument/2006/relationships/notesMaster" Target="/ppt/notesMasters/notesMaster1.xml" Id="R2466187eb9924a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04cfae49d94210" /><Relationship Type="http://schemas.openxmlformats.org/officeDocument/2006/relationships/notesMaster" Target="/ppt/notesMasters/notesMaster1.xml" Id="Rd3d41f1cd357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4a14749d945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ed4aef25af4a20" /><Relationship Type="http://schemas.openxmlformats.org/officeDocument/2006/relationships/slideLayout" Target="/ppt/slideLayouts/slideLayout2.xml" Id="R14f2533c845947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f2533c845947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a71d5bc97f45dc" /><Relationship Type="http://schemas.openxmlformats.org/officeDocument/2006/relationships/image" Target="/ppt/media/image.jpeg" Id="R755498475d2f41f6" /><Relationship Type="http://schemas.openxmlformats.org/officeDocument/2006/relationships/notesSlide" Target="/ppt/notesSlides/notesSlide1.xml" Id="R650d76f69ee641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238509ca084a19" /><Relationship Type="http://schemas.openxmlformats.org/officeDocument/2006/relationships/notesSlide" Target="/ppt/notesSlides/notesSlide2.xml" Id="Rabbd4731215c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475169bf0e47b8" /><Relationship Type="http://schemas.openxmlformats.org/officeDocument/2006/relationships/notesSlide" Target="/ppt/notesSlides/notesSlide3.xml" Id="R83af87661adc45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51c9daabf41dc" /><Relationship Type="http://schemas.openxmlformats.org/officeDocument/2006/relationships/notesSlide" Target="/ppt/notesSlides/notesSlide4.xml" Id="R51d0040e6d154a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7cbd6cc7604d4e" /><Relationship Type="http://schemas.openxmlformats.org/officeDocument/2006/relationships/image" Target="/ppt/media/image2.jpeg" Id="R18a9cce215e84b2b" /><Relationship Type="http://schemas.openxmlformats.org/officeDocument/2006/relationships/notesSlide" Target="/ppt/notesSlides/notesSlide5.xml" Id="R96c6c4f00c4649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6a8fef7d3c48d0" /><Relationship Type="http://schemas.openxmlformats.org/officeDocument/2006/relationships/image" Target="/ppt/media/image3.jpeg" Id="R4a8126d68d6a46bf" /><Relationship Type="http://schemas.openxmlformats.org/officeDocument/2006/relationships/notesSlide" Target="/ppt/notesSlides/notesSlide6.xml" Id="R7727a8b6749a4c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15021ab6644a7" /><Relationship Type="http://schemas.openxmlformats.org/officeDocument/2006/relationships/notesSlide" Target="/ppt/notesSlides/notesSlide7.xml" Id="R730026c6618246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8ad21d77f44831" /><Relationship Type="http://schemas.openxmlformats.org/officeDocument/2006/relationships/image" Target="/ppt/media/image4.jpeg" Id="R9615f3725c46443b" /><Relationship Type="http://schemas.openxmlformats.org/officeDocument/2006/relationships/notesSlide" Target="/ppt/notesSlides/notesSlide8.xml" Id="Rc76e458c07cc4a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07a34e63bc49e6" /><Relationship Type="http://schemas.openxmlformats.org/officeDocument/2006/relationships/image" Target="/ppt/media/image5.jpeg" Id="Rde044567b39f411e" /><Relationship Type="http://schemas.openxmlformats.org/officeDocument/2006/relationships/notesSlide" Target="/ppt/notesSlides/notesSlide9.xml" Id="R9d3038d27ba349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95e79c31dc46df" /><Relationship Type="http://schemas.openxmlformats.org/officeDocument/2006/relationships/notesSlide" Target="/ppt/notesSlides/notesSlide10.xml" Id="R1ce1bd27948c45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6898e5669948b6" /><Relationship Type="http://schemas.openxmlformats.org/officeDocument/2006/relationships/image" Target="/ppt/media/image6.jpeg" Id="R44e10b154c6f4848" /><Relationship Type="http://schemas.openxmlformats.org/officeDocument/2006/relationships/notesSlide" Target="/ppt/notesSlides/notesSlide11.xml" Id="Raaa6152ac73641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394e348904dfd" /><Relationship Type="http://schemas.openxmlformats.org/officeDocument/2006/relationships/image" Target="/ppt/media/image7.jpeg" Id="Rfafe695b1c154a2c" /><Relationship Type="http://schemas.openxmlformats.org/officeDocument/2006/relationships/notesSlide" Target="/ppt/notesSlides/notesSlide12.xml" Id="R00448a7a6b7d40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917c885aa4008" /><Relationship Type="http://schemas.openxmlformats.org/officeDocument/2006/relationships/notesSlide" Target="/ppt/notesSlides/notesSlide13.xml" Id="R12fbf7a8d8174d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523bda1f6e4ace" /><Relationship Type="http://schemas.openxmlformats.org/officeDocument/2006/relationships/notesSlide" Target="/ppt/notesSlides/notesSlide14.xml" Id="R47ad84563f9343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c17915a2534bf4" /><Relationship Type="http://schemas.openxmlformats.org/officeDocument/2006/relationships/notesSlide" Target="/ppt/notesSlides/notesSlide15.xml" Id="Rea6c98d494764a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1c60960dca4f4e" /><Relationship Type="http://schemas.openxmlformats.org/officeDocument/2006/relationships/image" Target="/ppt/media/image8.jpeg" Id="R83abad64aea34726" /><Relationship Type="http://schemas.openxmlformats.org/officeDocument/2006/relationships/notesSlide" Target="/ppt/notesSlides/notesSlide16.xml" Id="Re4842cb6cb7242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c98661e99b4995" /><Relationship Type="http://schemas.openxmlformats.org/officeDocument/2006/relationships/image" Target="/ppt/media/image9.jpeg" Id="Rfedace788dfb4151" /><Relationship Type="http://schemas.openxmlformats.org/officeDocument/2006/relationships/notesSlide" Target="/ppt/notesSlides/notesSlide17.xml" Id="R95dd37d77d464a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3F69E2-E16A-475B-8151-511E7D43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498475d2f41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2DFE8-A5E5-46E8-B33A-EB6C286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276E8-EB67-4B50-9B12-AB652C20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ROOMIE KEYNOTE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F36DB-E533-462A-B2E6-E40B9917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33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69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LA STANZA</a:t>
            </a:r>
          </a:p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69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È TUA.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62650-3CA9-4E0E-BB73-B821FC1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95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Torino. A ore. Senza chiedere permesso.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451DF-C093-43C7-B888-137BE8B3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0958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28575">
            <a:solidFill>
              <a:srgbClr val="E6FF7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7AD0E-00A5-449F-BD2D-A9AD26A5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247" y="5214747"/>
            <a:ext cx="752856" cy="7528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9DC48-BA59-4FA2-B1ED-8544BEB3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837" y="5363337"/>
            <a:ext cx="455676" cy="4556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E6FF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C6673-E304-48F5-9B79-8C5BEBC6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709" y="5393055"/>
            <a:ext cx="217932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84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84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8B7F0-F730-4FBD-9DA5-AF86DE4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67723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40887-23BB-4C15-AC29-04D990F3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D1851-23D6-4199-BBBC-901B24E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INDICE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B5B70-0F09-49E1-B64E-D16687B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191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615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IL RITUALE</a:t>
            </a:r>
          </a:p>
          <a:p xmlns:a="http://schemas.openxmlformats.org/drawingml/2006/main">
            <a:pPr algn="l">
              <a:defRPr sz="615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615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ROOMIE.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FF4C1-B712-4DAA-96F9-BA050D4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04875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EAE4A-E9CA-4510-AD45-BC820192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144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07B25-46A2-4013-925B-8ABD7725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0382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Problema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31F77-7110-47DF-9443-96B16B8D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239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12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uscire e trovare posto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7CD60-CF8F-4BDB-8E6B-F3E83C49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76425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C8FF00">
              <a:alpha val="8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02147-6247-433E-9499-5F1938B4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859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FF00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C8FF00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E2713-EC0D-43DF-BD8F-235EEEFA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97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Prodotto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A8DA7-8BB3-4AD1-AFFD-67C9AFAD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955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12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prenoti un mood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B0EEA-0355-41C6-B470-7FA13D32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47975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9B7F1-DBEC-42A0-B39F-8D09FD3F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F17C9-AE47-4F88-AA36-565C1AF5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813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Accesso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2188D-8857-44CA-8A63-8424D46C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670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12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codici, serranda, porta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A44C7-905A-45BE-8ACD-42EA1A1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9525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4EB5E-2AD0-4B66-9E46-69DD172C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C431B-2A30-447A-B377-8CCCE396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28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Sessione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22C5F-9E23-4854-B272-50310A71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12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chips, shop, live mode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8835C-FA76-4FA6-8A22-6F609C7D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91075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70726-8CE6-4AA1-8281-421C9C9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00625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9B9B9B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1D002-68E0-401E-803B-B8AE2A62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244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17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FA1A62-20E7-4D98-8851-FDFDD46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2101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12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torni, inviti, ripeti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0FD29-A4C8-44AD-B362-7B2F429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2912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28575">
            <a:solidFill>
              <a:srgbClr val="E6FF7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A7D8D-3A60-4FFC-91D2-38EB9B85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24" y="4563999"/>
            <a:ext cx="854202" cy="85420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E8D42-07C9-4460-A367-3264E9EC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217" y="4732592"/>
            <a:ext cx="517017" cy="5170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E6FF7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96189-7CC1-4B99-9CD4-37AE7044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091" y="4766310"/>
            <a:ext cx="247269" cy="2697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8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478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61C33-83A3-4494-AAA2-4FB10150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94316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1AE6C2-7DEF-4949-A457-FEC4A27B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01D4B-332E-4C3B-A0A9-4B16182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IL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59FCA-3224-4E95-9B7C-4A34D7EE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1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USCIRE È FACILE.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1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TROVARE POSTO 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7C871-4003-42C5-BBFA-0A86BA9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65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Gruppi, gaming, film, partite: manca uno spazio che non rompa il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3B15-6B79-40F0-963D-FC126092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2333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E69FD-995A-4C51-A0ED-CFB66D38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43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Casa mia 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AE145-9E5D-4881-AA69-3CF24DA2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333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969CA-3DE3-4576-96E9-00295FC3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860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Bar pieno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BC249-C3E3-437E-8E18-AACDFFC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2333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86D85-0719-40A3-8370-10C46D9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8766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Sala costa troppo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659A1-FABB-4F84-8F06-CD720360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0125"/>
            <a:ext cx="2333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FE7EB-1733-4ED9-B454-C4DF2A89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1967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725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Chi organizza?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2613E-A407-4D94-A00E-153F3043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60479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0FE00-2014-45B2-B761-86080FE1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562F9-BD35-4A0A-B189-64638182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ROTTURA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BC812-EFE8-4A18-8BAC-811DE01A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5334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9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LE ALTERNATIVE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9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SONO ROTTE.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217FC-44E4-4A4D-99D2-26E478C7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73C3B-CA66-4EDB-937A-BF99ADF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962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7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01D68-04D5-4728-A192-97A7663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pubblico, rumoroso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31921-F797-462E-BF35-30323620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8BC1A-460D-4746-867E-6085F571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962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7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CASA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FC366-89ED-4D68-9FF8-54025005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958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troppa frizione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DED1C-0C34-42E1-A685-806A13AA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00E90-7C6F-4BAC-A3E6-514101B0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1962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7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SALA AFFITTO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E9A05-FA83-4963-BCEB-3A70324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95875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27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fredda, lenta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E0040-9D0D-40FA-98E3-D22B823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984578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CB878-2874-4B3B-9140-732E1CEA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9cce215e84b2b"/>
          <a:srcRect xmlns:a="http://schemas.openxmlformats.org/drawingml/2006/main" l="0" t="31589" r="0" b="31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928BF-E72B-436C-BCF2-B6018AEB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6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398B6-849F-4F90-AF53-0216CD8C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REVEAL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5C71C-805B-45D0-90D6-59EC642C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750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ROOMIE.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127AB-E375-47E5-919C-AE0C8A6B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210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Il tuo clubhouse privato a Torino.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88996-D520-417F-BA06-63D9E6F8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8FF00"/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2D7D0-EDE5-499A-8BC2-3B951EE1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060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800" b="1">
                <a:solidFill>
                  <a:srgbClr val="060606"/>
                </a:solidFill>
                <a:latin typeface="Barlow Condensed"/>
                <a:ea typeface="Barlow Condensed"/>
                <a:cs typeface="Barlow Condensed"/>
              </a:rPr>
              <a:t>BLOCCA LA 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144D8-2372-4947-B87E-4B7F81ED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29528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544A6-C99E-402A-A36B-2B79BBB1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D1CAB-AB1A-499C-B484-56082EA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E1C7F-3419-4424-90E6-0604E88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7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PRENOTI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7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UN MOOD.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078B9-BED0-4514-8575-0261C7F0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Non scegli ore. Scegli la serata.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81F36-5805-4999-A1A8-5794DD90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47700"/>
            <a:ext cx="6667500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C8FF00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126d68d6a46bf"/>
          <a:srcRect xmlns:a="http://schemas.openxmlformats.org/drawingml/2006/main" l="0" t="22887" r="0" b="228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781050"/>
            <a:ext cx="6381750" cy="5286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A5682-705C-4DFC-9D76-CB238FA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06166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6C247-C1F1-4840-9BE8-CD7450A1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E6205-D4F6-4728-9219-3E8E7E4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18D0E-83D2-4044-A3B5-F56ED17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COME UN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EVENTO.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76F2F-FC66-45A1-AACF-823928E7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725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Ora, durata, amici, split. Un unico gesto.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8E0E5-7606-4542-BAA3-E7BEB27C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52500"/>
            <a:ext cx="5334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00FFD1">
                <a:alpha val="35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28DC4-3885-4C4D-A019-1A6CE97B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85875"/>
            <a:ext cx="342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31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Quando venite?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7D1E0-88C3-4687-A4D9-D5E391A7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8F79F-8890-45B2-B57D-7C7EFB29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10:00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B85BA-49EF-4112-9C53-33C11F9C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DD678-C54F-479A-AD96-082EBA83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12:00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85D64-3F2C-4E98-BB94-81A1896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C6194-36F8-4AEE-9044-4669FF9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14:00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A26A2-7CCA-4D2D-8F68-2550900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EA8BB-3B6F-43E6-B410-F2FD70AB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3362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16:00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21133-50C7-4F12-9C68-8D8B7826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7180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70354-6CC1-4E79-A433-DF77B8E2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146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18:00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19612-4ED6-46CE-BF58-7E1CD3D6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180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FF00"/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42424-64A1-446B-B0DE-02CD676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146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20:00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697CD-FA09-44C6-A5D3-6FD68B2E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24F28-A234-43EB-A84B-1D25CB9B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146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21:00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25716-C2B9-473B-8FD5-0A33CEBB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876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99A229-3EFD-4A82-92A1-79CE7239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14675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3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22:00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DA3F43-AC24-4569-967A-9853512E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FF0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875" b="1">
                <a:solidFill>
                  <a:srgbClr val="C8FF00"/>
                </a:solidFill>
                <a:latin typeface="Barlow Condensed"/>
                <a:ea typeface="Barlow Condensed"/>
                <a:cs typeface="Barlow Condensed"/>
              </a:rPr>
              <a:t>Tu + aggiungi amici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8CD4B-D514-4AE0-B0B3-271A3D50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038555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DB7C2-A4C1-4DF9-A177-ABB00CF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5f3725c46443b"/>
          <a:srcRect xmlns:a="http://schemas.openxmlformats.org/drawingml/2006/main" l="0" t="14294" r="0" b="14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5385C-9291-426F-83FE-2898E96E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CHIPS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BDD19-A5E5-4348-AC53-097E2F89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SALDO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CHIARO.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9FCA3-50ED-4D24-8264-AE45469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3905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725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Una fiche. Un prezzo. Zero rumore.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D4A65-65C5-4729-A2FD-6C338257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619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C8FF00">
              <a:alpha val="8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4B2EA-4549-4573-9A69-5BE0663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28575">
            <a:solidFill>
              <a:srgbClr val="E6FF7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9DAA1-71D4-4E47-80C9-50D4E30E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96" y="4997196"/>
            <a:ext cx="521208" cy="521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F8C22-340F-4B1D-987B-CB80A527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666" y="5100066"/>
            <a:ext cx="315468" cy="3154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E6FF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F15B7-D114-4825-99D9-79EF07DA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962" y="5120640"/>
            <a:ext cx="150876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12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512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D5A66-9E35-4CB7-A2F1-1F80CCD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81575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8FF00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850" b="1">
                <a:solidFill>
                  <a:srgbClr val="C8FF00"/>
                </a:solidFill>
                <a:latin typeface="Barlow Condensed"/>
                <a:ea typeface="Barlow Condensed"/>
                <a:cs typeface="Barlow Condensed"/>
              </a:rPr>
              <a:t>24 chips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266C2-19A6-47F8-A66F-6400E6C0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91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425" b="1">
                <a:solidFill>
                  <a:srgbClr val="9B9B9B"/>
                </a:solidFill>
                <a:latin typeface="Barlow"/>
                <a:ea typeface="Barlow"/>
                <a:cs typeface="Barlow"/>
              </a:rPr>
              <a:t>= €24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DFDBA-CA41-4C4F-8685-CE37BC16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9596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49696-3F3A-49B6-997C-7CC8D646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ACB50-13DE-4091-85F3-E91C97E2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ACCESSO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8053-4281-4BA3-95D8-C2006B10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ARRIVI.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APRI.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ENTRI.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B47CB-F5FC-4116-B3C4-02CF7810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Cassaforte. Serranda. Porta smart.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895D7-43E5-4B91-938B-4BE82E7F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66750"/>
            <a:ext cx="6286500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C8FF00"/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44567b39f411e"/>
          <a:srcRect xmlns:a="http://schemas.openxmlformats.org/drawingml/2006/main" l="0" t="22361" r="0" b="22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800100"/>
            <a:ext cx="6000750" cy="5067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8F3FB-32CC-4004-81F8-3202ACF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143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AB083-FBB1-4988-B7D3-A08D5360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1 CODICE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EF862-B649-49AB-9F35-E6DE008A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34000"/>
            <a:ext cx="1143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D9055-2B31-49FA-B2DC-129500FC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76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2 SERRANDA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987CF-CECC-4407-AE8B-CDDF494A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34000"/>
            <a:ext cx="1143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8FF00">
              <a:alpha val="10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E6179-2830-4E5C-8AF0-345ED210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76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97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3 PORTA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AA4CB-C27E-4E0D-9EC6-4EC1C15B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12300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6E8108-02AD-47CD-A816-145D864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B1AB3-7499-4830-B2C9-05E50D23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OGGETTO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2486C-379B-4A17-A049-DC314440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LA ROOMIE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CHIP.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0F879-21F2-48EC-8F5D-9F59054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725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NFC fisica. Sempre con te. Zero app davanti alla porta.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758E0-57B9-462C-807F-CEC58D45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28575">
            <a:solidFill>
              <a:srgbClr val="E6FF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04D6D-5A9F-4934-BE3C-64EB12E9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140" y="1691640"/>
            <a:ext cx="1664970" cy="16649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06684-3F32-4DC6-A0B0-44707B4B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753" y="2020253"/>
            <a:ext cx="1007745" cy="10077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E6FF7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F72E4-FA16-46CA-97D9-9BA5F8EB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643" y="2085975"/>
            <a:ext cx="481965" cy="52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30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4830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2F7ED-DA9D-4F73-9805-EA9CEAC7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190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C8FF00">
              <a:alpha val="8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6798A-3F1D-4A08-8167-35DD96D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950" b="1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Fiche NFC pronta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4D30D-8AD3-48B3-8C46-FF730946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4432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26313-4FB4-46FE-AB17-5BB525B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10b154c6f4848"/>
          <a:srcRect xmlns:a="http://schemas.openxmlformats.org/drawingml/2006/main" l="0" t="31589" r="0" b="31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43A15-CD4A-484E-8E17-ECAAA5A0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44767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000000">
              <a:alpha val="72000"/>
            </a:srgbClr>
          </a:solidFill>
          <a:ln xmlns:a="http://schemas.openxmlformats.org/drawingml/2006/main" w="9525">
            <a:solidFill>
              <a:srgbClr val="C8FF00">
                <a:alpha val="2200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7C194-1752-4AEA-AFAC-2BB82066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SESSIONE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B928C-A54E-442B-B313-B22A38FE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3619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3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QUANDO SEI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3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DENTRO,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3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CAMBIA TUTTO.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7C6E2-ADC0-4873-9A35-C763B701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3333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65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Addon. +1h. Aiuto. Room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7784E-C78E-491C-9983-6AA30296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455311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9FB3DF-77CF-4CE0-8293-6F6E0849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DE6EC-39AD-4263-9F80-5B26CA7A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AF084-10E5-494D-B87B-F53C2404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4381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4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SOLO QUANDO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40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SERVE.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FC423-4632-49C3-AC86-151BA4E6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65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Snack, streaming, setup.</a:t>
            </a:r>
          </a:p>
          <a:p xmlns:a="http://schemas.openxmlformats.org/drawingml/2006/main">
            <a:pPr algn="l">
              <a:defRPr sz="165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65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Attivi durante la sessione.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9B336-56B1-45DD-B80B-B8CA300D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19125"/>
            <a:ext cx="6667500" cy="5619750"/>
          </a:xfrm>
          <a:prstGeom xmlns:a="http://schemas.openxmlformats.org/drawingml/2006/main" prst="roundRect">
            <a:avLst>
              <a:gd name="adj" fmla="val 135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e695b1c154a2c"/>
          <a:srcRect xmlns:a="http://schemas.openxmlformats.org/drawingml/2006/main" l="0" t="22643" r="0" b="22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762000"/>
            <a:ext cx="6381750" cy="5334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AD796-FB67-414C-8E79-D53C052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38124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6837C-6974-419F-9E9F-1BFEA761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8972A-A124-4D5B-A444-59120DC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LIVE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1CC9D-B0CF-4E7B-A5F8-C560BD5A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600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STREAM.</a:t>
            </a:r>
          </a:p>
          <a:p xmlns:a="http://schemas.openxmlformats.org/drawingml/2006/main">
            <a:pPr algn="l">
              <a:defRPr sz="600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600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EARN.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4530E-5FB9-429E-8AAD-F61C96A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725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La cam si sblocca solo quando sei davvero dentro.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9D9F5-7C7E-41DE-A509-9D56E86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047750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624A4-C71A-4EDE-909F-64FE6DA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5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CAM BLOCCATA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48C50-E966-409C-8DD3-D83F5453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812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425" b="0">
                <a:solidFill>
                  <a:srgbClr val="9B9B9B"/>
                </a:solidFill>
                <a:latin typeface="Barlow"/>
                <a:ea typeface="Barlow"/>
                <a:cs typeface="Barlow"/>
              </a:rPr>
              <a:t>Completa accesso fisico.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504E9-6A22-46D0-B8AD-44938098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5334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C8FF00">
              <a:alpha val="6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10CFC-C522-4CAE-B33F-553DD805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57625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255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LIVE ROOMIE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0ABC4-91A1-492B-BFC8-A6905F20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005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425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Cashback in chips.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62386-3778-468B-8180-EE5F9A05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330857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E8910-6302-4466-9F09-19DE51FB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7180E-D0F7-4FB4-9DEE-34E992E6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ECOSISTEMA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7866E-9A71-4ADD-81FE-B2BEA288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66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6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NON È UNA SALA.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46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È UN CLUBHOUSE.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264A9-4DA6-4694-9B73-CAE56B06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725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Chips, amici, Live Mode, status. Il rituale torna.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76F25-1E3B-4C4B-8E48-F217A76E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576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28575">
            <a:solidFill>
              <a:srgbClr val="E6FF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CB4C4-1399-4A41-AFF0-D4DBCA36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55" y="3983355"/>
            <a:ext cx="796290" cy="796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DCFF4-CCB2-47F6-8262-95887493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018" y="4140518"/>
            <a:ext cx="481965" cy="4819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E6FF7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1E3FF-777D-4657-855E-790F0886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4171950"/>
            <a:ext cx="230505" cy="251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10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310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DE546-6F79-4F06-8E4C-6A57DBDD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FF00">
              <a:alpha val="6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60529-C63E-41A7-8E71-25051FFA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27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PRENOTA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3807E-BD6D-4A3E-90BE-BBEA299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34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FF00">
              <a:alpha val="6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EE02F-DA7D-4204-A6C3-8B07E21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505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27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ENTRA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FB812-30EC-4876-9111-90770597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4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FF00">
              <a:alpha val="6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076CA-85BD-4C9D-AFB0-38D423D7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05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27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VIVI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FF3A3-E9D5-411B-A730-146F2A3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720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FF00">
              <a:alpha val="6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0231C-188E-4603-A047-5EAA686C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43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27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RITORNA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FE8D7-C525-473F-85A8-1B702389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9374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9BDF8-987A-4701-AD06-298E1844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3D03E-5FCD-411A-A9D8-BB65900F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DF7EC-77AB-49CD-8F01-251B44DC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ONLINE.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OFFLINE.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5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ONLINE.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DEE30-68B0-468E-9253-59A27C0C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38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725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Prenoti online. Vivi offline. Torni con recap, chips e gruppo.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7B6D-1356-4DF2-BEC3-1B599FEF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F63ED-786C-46CF-B42E-9B015119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8B2C9-AB3B-4081-99C5-519A0CA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814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050" b="1">
                <a:solidFill>
                  <a:srgbClr val="9B9B9B"/>
                </a:solidFill>
                <a:latin typeface="Barlow"/>
                <a:ea typeface="Barlow"/>
                <a:cs typeface="Barlow"/>
              </a:rPr>
              <a:t>booking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E1065-F82A-4BE9-938F-2FCA5C09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CED33-5703-4502-ACB6-426D135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PORTA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7397B-6B35-4D9B-859A-5D53AA29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814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050" b="1">
                <a:solidFill>
                  <a:srgbClr val="9B9B9B"/>
                </a:solidFill>
                <a:latin typeface="Barlow"/>
                <a:ea typeface="Barlow"/>
                <a:cs typeface="Barlow"/>
              </a:rPr>
              <a:t>accesso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8D189-1EC9-45AE-B234-FC947ACF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C8FF00">
              <a:alpha val="8000"/>
            </a:srgbClr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8D6A8-0491-4F74-AAA2-D531D7D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225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2D9EF-2544-434F-A7E9-640945F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814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050" b="1">
                <a:solidFill>
                  <a:srgbClr val="9B9B9B"/>
                </a:solidFill>
                <a:latin typeface="Barlow"/>
                <a:ea typeface="Barlow"/>
                <a:cs typeface="Barlow"/>
              </a:rPr>
              <a:t>sessione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90EB2-EE93-400A-A525-55275B8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48000"/>
            <a:ext cx="1143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25419-45E9-41FE-8974-BFCBADE3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33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Bebas Neue"/>
                <a:ea typeface="Bebas Neue"/>
                <a:cs typeface="Bebas Neue"/>
              </a:defRPr>
            </a:pPr>
            <a:r>
              <a:rPr sz="2250" b="1">
                <a:solidFill>
                  <a:srgbClr val="FFFFFF"/>
                </a:solidFill>
                <a:latin typeface="Bebas Neue"/>
                <a:ea typeface="Bebas Neue"/>
                <a:cs typeface="Bebas Neue"/>
              </a:rPr>
              <a:t>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87F6E-88DD-483A-9B53-D59D205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814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B9B9B"/>
                </a:solidFill>
                <a:latin typeface="Barlow"/>
                <a:ea typeface="Barlow"/>
                <a:cs typeface="Barlow"/>
              </a:defRPr>
            </a:pPr>
            <a:r>
              <a:rPr sz="1050" b="1">
                <a:solidFill>
                  <a:srgbClr val="9B9B9B"/>
                </a:solidFill>
                <a:latin typeface="Barlow"/>
                <a:ea typeface="Barlow"/>
                <a:cs typeface="Barlow"/>
              </a:rPr>
              <a:t>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B9D02-20D6-4094-A306-49A574AC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210948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E96CC-51E6-4239-AFBD-4E35BB63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bad64aea347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4FA16-CBEC-4E84-AA89-4674EFE6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BBD41-1F01-440F-B997-049976C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ROOMIE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608F8-B6A4-4184-B71E-0F0F4B32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660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BLOCCA</a:t>
            </a:r>
          </a:p>
          <a:p xmlns:a="http://schemas.openxmlformats.org/drawingml/2006/main">
            <a:pPr algn="l">
              <a:defRPr sz="660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660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LA ROOM.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ED7BB-F6BD-4DFB-88FE-71DB497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210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Entra. Fai quello che vuoi.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C6195-EFF9-42B6-A2C3-39C43A1C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8FF00"/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22C9D-B83E-4D87-A64F-4D8A39FF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060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800" b="1">
                <a:solidFill>
                  <a:srgbClr val="060606"/>
                </a:solidFill>
                <a:latin typeface="Barlow Condensed"/>
                <a:ea typeface="Barlow Condensed"/>
                <a:cs typeface="Barlow Condensed"/>
              </a:rPr>
              <a:t>PRENOTA ORA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98F3E-89D4-4887-A8ED-30E8EB54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911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28575">
            <a:solidFill>
              <a:srgbClr val="E6FF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34E6D-D2D0-4260-8568-8197B01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978" y="5300853"/>
            <a:ext cx="694944" cy="6949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1217D-149B-47BF-85AA-2FC5F0FA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138" y="5438013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E6FF7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24566-A4A8-42A5-8083-08F70045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866" y="5465445"/>
            <a:ext cx="201168" cy="219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16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2016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DF651-ABE7-4944-BAF2-DF4087EA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516332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57CC6D-4544-4424-8BA3-6E1C695C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dace788dfb41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CE1A4-2C60-40E3-B1FE-513666C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26253-4CCD-4D42-885B-1B9FCEF0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125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THANK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D33BE-9FD6-499E-8E8B-509A92A6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CI VEDIAMO</a:t>
            </a:r>
          </a:p>
          <a:p xmlns:a="http://schemas.openxmlformats.org/drawingml/2006/main">
            <a:pPr algn="l">
              <a:defRPr sz="5850" b="1">
                <a:solidFill>
                  <a:srgbClr val="C8FF00"/>
                </a:solidFill>
                <a:latin typeface="Bebas Neue"/>
                <a:ea typeface="Bebas Neue"/>
                <a:cs typeface="Bebas Neue"/>
              </a:defRPr>
            </a:pPr>
            <a:r>
              <a:rPr sz="5850" b="1">
                <a:solidFill>
                  <a:srgbClr val="C8FF00"/>
                </a:solidFill>
                <a:latin typeface="Bebas Neue"/>
                <a:ea typeface="Bebas Neue"/>
                <a:cs typeface="Bebas Neue"/>
              </a:rPr>
              <a:t>DENTRO.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BF4C1-DBBA-439D-A0CE-9A314925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D8D8D8"/>
                </a:solidFill>
                <a:latin typeface="Barlow"/>
                <a:ea typeface="Barlow"/>
                <a:cs typeface="Barlow"/>
              </a:rPr>
              <a:t>ROOMIE · Via Terni, Torino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81C40-8D38-4A2C-938D-BAD19F79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8FF00"/>
          </a:solidFill>
          <a:ln xmlns:a="http://schemas.openxmlformats.org/drawingml/2006/main" w="9525">
            <a:solidFill>
              <a:srgbClr val="C8FF0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79699-DC00-4742-A45F-821D69D2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0606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800" b="1">
                <a:solidFill>
                  <a:srgbClr val="060606"/>
                </a:solidFill>
                <a:latin typeface="Barlow Condensed"/>
                <a:ea typeface="Barlow Condensed"/>
                <a:cs typeface="Barlow Condensed"/>
              </a:rPr>
              <a:t>roomie.rilio.it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ABD9B-03FF-4515-8755-01425C25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006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28575">
            <a:solidFill>
              <a:srgbClr val="E6FF7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F81F0-BA6B-43A9-8FE9-6449E24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404" y="4889754"/>
            <a:ext cx="564642" cy="56464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AFC43-BE91-4269-8D24-79F097FD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846" y="5001196"/>
            <a:ext cx="341757" cy="34175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19050">
            <a:solidFill>
              <a:srgbClr val="E6FF7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FC9BD-CCE5-4219-8F48-8891D546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001" y="5023485"/>
            <a:ext cx="163449" cy="1783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38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defRPr>
            </a:pPr>
            <a:r>
              <a:rPr sz="1638" b="1">
                <a:solidFill>
                  <a:srgbClr val="050505"/>
                </a:solidFill>
                <a:latin typeface="Barlow Condensed"/>
                <a:ea typeface="Barlow Condensed"/>
                <a:cs typeface="Barlow Condensed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8F3B4-F38C-4E44-BBB8-59410FC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FF00"/>
                </a:solidFill>
                <a:latin typeface="Barlow"/>
                <a:ea typeface="Barlow"/>
                <a:cs typeface="Barlow"/>
              </a:defRPr>
            </a:pPr>
            <a:r>
              <a:rPr sz="1350" b="1">
                <a:solidFill>
                  <a:srgbClr val="C8FF00"/>
                </a:solidFill>
                <a:latin typeface="Barlow"/>
                <a:ea typeface="Barlow"/>
                <a:cs typeface="Barlow"/>
              </a:rPr>
              <a:t>CONTATTI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B766C-02C1-45DE-B201-0FF3A0D3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342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roomie.rilio.it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instagram.com/roomie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Barlow"/>
                <a:ea typeface="Barlow"/>
                <a:cs typeface="Barlow"/>
              </a:defRPr>
            </a:pPr>
            <a:r>
              <a:rPr sz="1800" b="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hello@roomie.rilio.it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81D9E-25FB-4356-A70A-15B8CA5B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666666"/>
                </a:solidFill>
                <a:latin typeface="JetBrains Mono"/>
                <a:ea typeface="JetBrains Mono"/>
                <a:cs typeface="JetBrain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5574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2026-05-29T10:10:59.6890000Z</dcterms:created>
  <dcterms:modified xsi:type="dcterms:W3CDTF">2026-05-29T10:10:59.6890000Z</dcterms:modified>
</coreProperties>
</file>